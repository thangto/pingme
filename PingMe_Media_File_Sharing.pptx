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926080" cy="2926080"/>
          </a:xfrm>
          <a:prstGeom prst="ellipse">
            <a:avLst/>
          </a:prstGeom>
          <a:solidFill>
            <a:srgbClr val="7B2F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2377440" cy="2377440"/>
          </a:xfrm>
          <a:prstGeom prst="ellipse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FF2D78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3444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7B2FF7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8E8FF"/>
                </a:solidFill>
              </a:rPr>
              <a:t>FEATURE OVERVIEW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 &amp;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Sharing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ảnh, file và phương tiện trong cuộc trò chuyện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69080"/>
            <a:ext cx="411480" cy="4114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069080"/>
            <a:ext cx="411480" cy="41148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0690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031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 ·  Files  ·  Gallery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2F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PingMe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Tổng quan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tính năng chính trong một hệ thống đồng bộ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560320" cy="141732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64008" cy="14173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Ảnh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ảnh từ thiết bị hoặc paste trực tiếp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560320" cy="141732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325880"/>
            <a:ext cx="64008" cy="141732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508760"/>
            <a:ext cx="502920" cy="502920"/>
          </a:xfrm>
          <a:prstGeom prst="ellipse">
            <a:avLst/>
          </a:prstGeom>
          <a:solidFill>
            <a:srgbClr val="7B2FF7">
              <a:alpha val="2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002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Đính kèm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DOC, ZIP và 20+ định dạng khác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1325880"/>
            <a:ext cx="2560320" cy="141732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325880"/>
            <a:ext cx="64008" cy="14173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9" name="Shape 15"/>
          <p:cNvSpPr/>
          <p:nvPr/>
        </p:nvSpPr>
        <p:spPr>
          <a:xfrm>
            <a:off x="6263640" y="1508760"/>
            <a:ext cx="502920" cy="50292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Ảnh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6364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Lightbox fullscreen với pinch-to-zoom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2920" y="2926080"/>
            <a:ext cx="2560320" cy="141732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2926080"/>
            <a:ext cx="64008" cy="141732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5" name="Shape 20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FF2D78">
              <a:alpha val="2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040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8016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85800" y="3703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emoji reaction nhanh trên tin nhắn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2926080"/>
            <a:ext cx="2560320" cy="141732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91840" y="2926080"/>
            <a:ext cx="64008" cy="14173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1" name="Shape 25"/>
          <p:cNvSpPr/>
          <p:nvPr/>
        </p:nvSpPr>
        <p:spPr>
          <a:xfrm>
            <a:off x="3474720" y="3108960"/>
            <a:ext cx="502920" cy="502920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0040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908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Gallery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474720" y="3703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toàn bộ ảnh của cuộc trò chuyện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đều được đồng bộ realtime qua Socket.io — không cần reload trang.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3291840" cy="429768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914400"/>
            <a:ext cx="1463040" cy="1463040"/>
          </a:xfrm>
          <a:prstGeom prst="ellipse">
            <a:avLst/>
          </a:prstGeom>
          <a:solidFill>
            <a:srgbClr val="00D9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234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8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Ảnh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ảnh từ thiết bị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paste từ clipboard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0" y="320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Acceptance Criteria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0525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62272" y="868680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nút đính kèm → hiện file picker (image only)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9903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62272" y="1362456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ảnh → preview trước khi gửi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9280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462272" y="1856232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&gt; 10MB → báo lỗi "Kích thước tối đa 10MB"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3865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62272" y="2350008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upload → hiện progress indicator trên bubble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88036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462272" y="2843784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xong → hiển thị ảnh lazy-load trong chat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374136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462272" y="3337560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nhiều ảnh → gửi dạng gallery (tối đa 5 ảnh/message)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3867912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462272" y="3831336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thất bại → hiện nút retry trên bubble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4361688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462272" y="4325112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ảnh từ clipboard → xử lý như upload thường</a:t>
            </a:r>
            <a:endParaRPr lang="en-US" sz="1100" dirty="0"/>
          </a:p>
        </p:txBody>
      </p:sp>
      <p:sp>
        <p:nvSpPr>
          <p:cNvPr id="26" name="Shape 15"/>
          <p:cNvSpPr/>
          <p:nvPr/>
        </p:nvSpPr>
        <p:spPr>
          <a:xfrm>
            <a:off x="4114800" y="470916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FF2D78">
              <a:alpha val="30000"/>
            </a:srgbClr>
          </a:solidFill>
          <a:ln/>
        </p:spPr>
      </p:sp>
      <p:sp>
        <p:nvSpPr>
          <p:cNvPr id="27" name="Text 16"/>
          <p:cNvSpPr/>
          <p:nvPr/>
        </p:nvSpPr>
        <p:spPr>
          <a:xfrm>
            <a:off x="4114800" y="4709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10MB / ảnh  ·  5 ảnh / message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3291840" cy="429768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914400"/>
            <a:ext cx="1463040" cy="1463040"/>
          </a:xfrm>
          <a:prstGeom prst="ellipse">
            <a:avLst/>
          </a:prstGeom>
          <a:solidFill>
            <a:srgbClr val="7B2FF7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234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2F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8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Đính kèm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tài liệu,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nén, spreadsheet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0" y="320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Acceptance Criteria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0525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62272" y="868680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non-image → hiện file card (icon + filename + size)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9903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62272" y="1362456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25MB → báo lỗi "Kích thước tối đa 25MB"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9280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462272" y="1856232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file card → download file về thiết bị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3865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62272" y="2350008"/>
            <a:ext cx="4315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type → báo lỗi "Định dạng không được hỗ trợ"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11480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dạng được hỗ trợ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114800" y="3337560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11480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5029200" y="3337560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02920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5943600" y="3337560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94360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858000" y="3337560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85800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7772400" y="3337560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77240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114800" y="3721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114800" y="372160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029200" y="3721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029200" y="372160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5943600" y="3721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943600" y="372160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858000" y="3721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858000" y="372160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7772400" y="3721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772400" y="372160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8686800" y="3721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7B2FF7">
              <a:alpha val="2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686800" y="372160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4114800" y="470916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4757">
              <a:alpha val="30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4114800" y="47091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25MB / file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Xem Ảnh — Lightbox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ảnh trong chat → xem fullscreen với dark backdrop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237744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60604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Shape 5"/>
          <p:cNvSpPr/>
          <p:nvPr/>
        </p:nvSpPr>
        <p:spPr>
          <a:xfrm>
            <a:off x="1490472" y="1645920"/>
            <a:ext cx="640080" cy="640080"/>
          </a:xfrm>
          <a:prstGeom prst="ellipse">
            <a:avLst/>
          </a:prstGeom>
          <a:solidFill>
            <a:srgbClr val="00D9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90472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ảnh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chat hoặc gallery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423160"/>
            <a:ext cx="274320" cy="54864"/>
          </a:xfrm>
          <a:prstGeom prst="rect">
            <a:avLst/>
          </a:prstGeom>
          <a:solidFill>
            <a:srgbClr val="8A8AA8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23134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A8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1417320"/>
            <a:ext cx="2606040" cy="237744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417320"/>
            <a:ext cx="2606040" cy="5486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0832" y="1645920"/>
            <a:ext cx="640080" cy="640080"/>
          </a:xfrm>
          <a:prstGeom prst="ellipse">
            <a:avLst/>
          </a:prstGeom>
          <a:solidFill>
            <a:srgbClr val="00E5A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Lightbox mở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27432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 90% opacity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X top-right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423160"/>
            <a:ext cx="274320" cy="54864"/>
          </a:xfrm>
          <a:prstGeom prst="rect">
            <a:avLst/>
          </a:prstGeom>
          <a:solidFill>
            <a:srgbClr val="8A8AA8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3134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A8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2606040" cy="237744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417320"/>
            <a:ext cx="260604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251192" y="1645920"/>
            <a:ext cx="640080" cy="640080"/>
          </a:xfrm>
          <a:prstGeom prst="ellipse">
            <a:avLst/>
          </a:prstGeom>
          <a:solidFill>
            <a:srgbClr val="7B2FF7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251192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tác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7432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Pinch-to-zoom (mobile)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down để đóng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Hành vi chính</a:t>
            </a:r>
            <a:endParaRPr lang="en-US" sz="14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379976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7724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 tối 90% opacity — tập trung vào ảnh</a:t>
            </a:r>
            <a:endParaRPr lang="en-US" sz="10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379976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7492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button (X) top-right</a:t>
            </a:r>
            <a:endParaRPr lang="en-US" sz="10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27448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77240" y="4690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backdrop → đóng lightbox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727448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074920" y="4690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Pinch-to-zoom trên mobile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Reactions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ứng nhanh với emoji — không cần gõ tin nhắn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291840" cy="182880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54864" cy="182880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kích hoạt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53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Long-press 500ms trên tin nhắn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7685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chuột (desktop)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337560"/>
            <a:ext cx="3291840" cy="137160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2920" y="3337560"/>
            <a:ext cx="54864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Quick Reactions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3794760"/>
            <a:ext cx="438912" cy="438912"/>
          </a:xfrm>
          <a:prstGeom prst="ellipse">
            <a:avLst/>
          </a:prstGeom>
          <a:solidFill>
            <a:srgbClr val="2D2B50"/>
          </a:solidFill>
          <a:ln w="6350">
            <a:solidFill>
              <a:srgbClr val="FF2D7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👍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207008" y="3794760"/>
            <a:ext cx="438912" cy="438912"/>
          </a:xfrm>
          <a:prstGeom prst="ellipse">
            <a:avLst/>
          </a:prstGeom>
          <a:solidFill>
            <a:srgbClr val="2D2B50"/>
          </a:solidFill>
          <a:ln w="6350">
            <a:solidFill>
              <a:srgbClr val="FF2D7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07008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❤️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728216" y="3794760"/>
            <a:ext cx="438912" cy="438912"/>
          </a:xfrm>
          <a:prstGeom prst="ellipse">
            <a:avLst/>
          </a:prstGeom>
          <a:solidFill>
            <a:srgbClr val="2D2B50"/>
          </a:solidFill>
          <a:ln w="6350">
            <a:solidFill>
              <a:srgbClr val="FF2D7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728216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😂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2249424" y="3794760"/>
            <a:ext cx="438912" cy="438912"/>
          </a:xfrm>
          <a:prstGeom prst="ellipse">
            <a:avLst/>
          </a:prstGeom>
          <a:solidFill>
            <a:srgbClr val="2D2B50"/>
          </a:solidFill>
          <a:ln w="6350">
            <a:solidFill>
              <a:srgbClr val="FF2D7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249424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2770632" y="3794760"/>
            <a:ext cx="438912" cy="438912"/>
          </a:xfrm>
          <a:prstGeom prst="ellipse">
            <a:avLst/>
          </a:prstGeom>
          <a:solidFill>
            <a:srgbClr val="2D2B50"/>
          </a:solidFill>
          <a:ln w="6350">
            <a:solidFill>
              <a:srgbClr val="FF2D7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70632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👏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3291840" y="3794760"/>
            <a:ext cx="438912" cy="438912"/>
          </a:xfrm>
          <a:prstGeom prst="ellipse">
            <a:avLst/>
          </a:prstGeom>
          <a:solidFill>
            <a:srgbClr val="2D2B50"/>
          </a:solidFill>
          <a:ln w="6350">
            <a:solidFill>
              <a:srgbClr val="FF2D7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9184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💩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85800" y="4297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lại → toggle reaction (bỏ reaction)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Luật xử lý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114800" y="1755648"/>
            <a:ext cx="274320" cy="27432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76" y="1792224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498848" y="1737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emoji → thêm reaction + emit Socket.io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114800" y="2231136"/>
            <a:ext cx="274320" cy="27432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2267712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498848" y="22128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badge hiện bên dưới bubble (emoji + count)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114800" y="2706624"/>
            <a:ext cx="274320" cy="27432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376" y="274320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498848" y="268833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badge → hiện danh sách user đã reaction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114800" y="3182112"/>
            <a:ext cx="274320" cy="27432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218688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498848" y="316382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lại cùng emoji → toggle (remove)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4114800" y="3657600"/>
            <a:ext cx="274320" cy="27432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1376" y="3694176"/>
            <a:ext cx="201168" cy="20116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498848" y="36393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emoji khác → thêm mới alongside existing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4114800" y="420624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7B2FF7">
              <a:alpha val="20000"/>
            </a:srgbClr>
          </a:solidFill>
          <a:ln/>
        </p:spPr>
      </p:sp>
      <p:sp>
        <p:nvSpPr>
          <p:cNvPr id="45" name="Text 36"/>
          <p:cNvSpPr/>
          <p:nvPr/>
        </p:nvSpPr>
        <p:spPr>
          <a:xfrm>
            <a:off x="429768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Events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4297680" y="4526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→ Server: add_reaction, remove_reaction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→ Client: reaction_added, reaction_removed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Media Gallery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toàn bộ ảnh đã chia sẻ trong cuộc trò chuyện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57600" cy="338328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3080" y="1554480"/>
            <a:ext cx="1097280" cy="1097280"/>
          </a:xfrm>
          <a:prstGeom prst="ellipse">
            <a:avLst/>
          </a:prstGeom>
          <a:solidFill>
            <a:srgbClr val="00D9FF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7373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Gallery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3697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panel gallery từ icon trên chat header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2102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584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ảnh — mới nhất lên đầu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0507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9684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thumbnail → mở lightbox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8912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43525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state: "Chưa có ảnh nào được chia sẻ"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480560" y="1325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480560" y="1737360"/>
            <a:ext cx="1280160" cy="1280160"/>
          </a:xfrm>
          <a:prstGeom prst="rect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480560" y="17373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IMG_001.jpg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5897880" y="1737360"/>
            <a:ext cx="1280160" cy="1280160"/>
          </a:xfrm>
          <a:prstGeom prst="rect">
            <a:avLst/>
          </a:prstGeom>
          <a:solidFill>
            <a:srgbClr val="7B2FF7">
              <a:alpha val="30000"/>
            </a:srgbClr>
          </a:solidFill>
          <a:ln w="12700">
            <a:solidFill>
              <a:srgbClr val="7B2FF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897880" y="17373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doc.pdf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7315200" y="1737360"/>
            <a:ext cx="1280160" cy="1280160"/>
          </a:xfrm>
          <a:prstGeom prst="rect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315200" y="17373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IMG_002.jpg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4480560" y="3154680"/>
            <a:ext cx="1280160" cy="1280160"/>
          </a:xfrm>
          <a:prstGeom prst="rect">
            <a:avLst/>
          </a:prstGeom>
          <a:solidFill>
            <a:srgbClr val="FF2D78">
              <a:alpha val="30000"/>
            </a:srgbClr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480560" y="3154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sheet.xlsx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5897880" y="3154680"/>
            <a:ext cx="1280160" cy="1280160"/>
          </a:xfrm>
          <a:prstGeom prst="rect">
            <a:avLst/>
          </a:prstGeom>
          <a:solidFill>
            <a:srgbClr val="FFD700">
              <a:alpha val="3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897880" y="3154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IMG_003.jpg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7315200" y="3154680"/>
            <a:ext cx="1280160" cy="1280160"/>
          </a:xfrm>
          <a:prstGeom prst="rect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315200" y="3154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IMG_004.jpg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4480560" y="4617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mở lightbox tại ảnh đó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A8A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Kiến trúc kỹ thuật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Multer + Local Storage  ·  Frontend: FormData + Socket.io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31920" cy="3474720"/>
          </a:xfrm>
          <a:prstGeom prst="rect">
            <a:avLst/>
          </a:prstGeom>
          <a:solidFill>
            <a:srgbClr val="1A1730"/>
          </a:solidFill>
          <a:ln w="12700">
            <a:solidFill>
              <a:srgbClr val="7B2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3931920" cy="54864"/>
          </a:xfrm>
          <a:prstGeom prst="rect">
            <a:avLst/>
          </a:prstGeom>
          <a:solidFill>
            <a:srgbClr val="7B2F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 (Node.js / Express)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7452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server/uploads/ (gitignored)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7452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— limits: 25MB, fileFilter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7452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{userId}_{timestamp}_{filename}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3383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serving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7452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app.use('/uploads', express.static)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model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7452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attachments[], reactions[]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route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87452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/api/messages/upload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09160" y="1325880"/>
            <a:ext cx="3931920" cy="3474720"/>
          </a:xfrm>
          <a:prstGeom prst="rect">
            <a:avLst/>
          </a:prstGeom>
          <a:solidFill>
            <a:srgbClr val="1A1730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1325880"/>
            <a:ext cx="3931920" cy="54864"/>
          </a:xfrm>
          <a:prstGeom prst="rect">
            <a:avLst/>
          </a:prstGeom>
          <a:solidFill>
            <a:srgbClr val="00D9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0352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(React)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892040" y="2011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08076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FormData API (not Axios JSON)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9204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08076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URL.createObjectURL() local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892040" y="2926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Lightbox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08076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fixed; inset: 0 overlay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892040" y="3383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Emoji pick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08076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div — no external lib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89204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Gallery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08076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MediaGallery panel component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892040" y="4297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Reactions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08076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emit + state update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&amp; Socket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31920" cy="164592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71800" y="1371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664208"/>
            <a:ext cx="3749040" cy="18288"/>
          </a:xfrm>
          <a:prstGeom prst="rect">
            <a:avLst/>
          </a:prstGeom>
          <a:solidFill>
            <a:srgbClr val="2D2B50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75564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E5A0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556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1755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/api/messages/upload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71800" y="1755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17556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file upload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Returns: { url, filename, size, type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Stores in: Message.attachments[]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Socket.io Events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1280160"/>
            <a:ext cx="3931920" cy="3108960"/>
          </a:xfrm>
          <a:prstGeom prst="rect">
            <a:avLst/>
          </a:prstGeom>
          <a:solidFill>
            <a:srgbClr val="1A1730"/>
          </a:solidFill>
          <a:ln w="12700">
            <a:solidFill>
              <a:srgbClr val="2D2B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→ Server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645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add_reaction    { messageId, emoji 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965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remove_reaction { messageId, emoji 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377440"/>
            <a:ext cx="3657600" cy="18288"/>
          </a:xfrm>
          <a:prstGeom prst="rect">
            <a:avLst/>
          </a:prstGeom>
          <a:solidFill>
            <a:srgbClr val="2D2B50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→ Client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743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reaction_added   { messageId, emoji, userId 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063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reaction_removed { messageId, emoji, userId 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520440"/>
            <a:ext cx="3931920" cy="822960"/>
          </a:xfrm>
          <a:prstGeom prst="rect">
            <a:avLst/>
          </a:prstGeom>
          <a:solidFill>
            <a:srgbClr val="7B2FF7">
              <a:alpha val="15000"/>
            </a:srgbClr>
          </a:solidFill>
          <a:ln w="6350">
            <a:solidFill>
              <a:srgbClr val="7B2F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Schema Updates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86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attachments: [{ type, url, filename, size 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reactions:      [{ emoji, userId }]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7B2FF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F2D7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Tổng kết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84048" cy="384048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5623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80136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ảnh — max 10MB, 5 ảnh/message, lazy-load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313432"/>
            <a:ext cx="384048" cy="384048"/>
          </a:xfrm>
          <a:prstGeom prst="ellipse">
            <a:avLst/>
          </a:prstGeom>
          <a:solidFill>
            <a:srgbClr val="7B2FF7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38658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33172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đính kèm — max 25MB, 12+ định dạng, download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2843784"/>
            <a:ext cx="384048" cy="384048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91693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8620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Lightbox fullscreen — dark backdrop, pinch-to-zoom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3374136"/>
            <a:ext cx="384048" cy="384048"/>
          </a:xfrm>
          <a:prstGeom prst="ellipse">
            <a:avLst/>
          </a:prstGeom>
          <a:solidFill>
            <a:srgbClr val="FF2D78">
              <a:alpha val="20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44728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39242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— 6 emoji, toggle, realtime qua Socket.io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02920" y="3904488"/>
            <a:ext cx="384048" cy="384048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977640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5840" y="392277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Gallery — grid ảnh, mở lightbox, empty state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0292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PingMe — Media &amp; File Sharing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7724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2F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PingMe — Media &amp; File Sharing</dc:title>
  <dc:subject>PptxGenJS Presentation</dc:subject>
  <dc:creator>PingMe Team</dc:creator>
  <cp:lastModifiedBy>PingMe Team</cp:lastModifiedBy>
  <cp:revision>1</cp:revision>
  <dcterms:created xsi:type="dcterms:W3CDTF">2026-04-14T10:34:59Z</dcterms:created>
  <dcterms:modified xsi:type="dcterms:W3CDTF">2026-04-14T10:34:59Z</dcterms:modified>
</cp:coreProperties>
</file>